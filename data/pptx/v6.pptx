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FFFFFF"/>
                </a:solidFill>
              </a:defRPr>
            </a:pPr>
            <a:r>
              <a:t>차세대 해양·극지 환경 및 생태계 기후예측시스템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t>박철수 교수  |  연구책임자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065A82"/>
                </a:solidFill>
              </a:defRPr>
            </a:pPr>
            <a:r>
              <a:t>연구개발 목표 및 핵심 기술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87552"/>
            <a:ext cx="8412480" cy="1371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54864" cy="1828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3474720" cy="18288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74519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65A82"/>
                </a:solidFill>
              </a:defRPr>
            </a:pPr>
            <a:r>
              <a:t>연구 목표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세계 3위권 예측 정확도 확보를 통한 국제 경쟁력 강화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737360"/>
            <a:ext cx="54864" cy="1828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737360"/>
            <a:ext cx="3474720" cy="18288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874519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65A82"/>
                </a:solidFill>
              </a:defRPr>
            </a:pPr>
            <a:r>
              <a:t>초고해상도 모델링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해상도 혁신: 기존 1도(100km) → 1/10도(10km)로 10배 향상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54864" cy="1828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023360"/>
            <a:ext cx="3474720" cy="18288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16052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65A82"/>
                </a:solidFill>
              </a:defRPr>
            </a:pPr>
            <a:r>
              <a:t>AI 기반 오차 보정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딥러닝 기반 편향 보정(Bias Correction) 시스템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4023360"/>
            <a:ext cx="54864" cy="1828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4023360"/>
            <a:ext cx="3474720" cy="18288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416052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65A82"/>
                </a:solidFill>
              </a:defRPr>
            </a:pPr>
            <a:r>
              <a:t>통합 결합 모델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해양(MOM6) + 빙권(CICE6) + 생태계(NPZD) 완전 결합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